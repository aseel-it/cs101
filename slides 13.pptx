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49"/>
  </p:notesMasterIdLst>
  <p:sldIdLst>
    <p:sldId id="497" r:id="rId3"/>
    <p:sldId id="256" r:id="rId4"/>
    <p:sldId id="498" r:id="rId5"/>
    <p:sldId id="285" r:id="rId6"/>
    <p:sldId id="284" r:id="rId7"/>
    <p:sldId id="286" r:id="rId8"/>
    <p:sldId id="311" r:id="rId9"/>
    <p:sldId id="312" r:id="rId10"/>
    <p:sldId id="313" r:id="rId11"/>
    <p:sldId id="314" r:id="rId12"/>
    <p:sldId id="315" r:id="rId13"/>
    <p:sldId id="330" r:id="rId14"/>
    <p:sldId id="331" r:id="rId15"/>
    <p:sldId id="342" r:id="rId16"/>
    <p:sldId id="343" r:id="rId17"/>
    <p:sldId id="349" r:id="rId18"/>
    <p:sldId id="350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70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387" r:id="rId39"/>
    <p:sldId id="388" r:id="rId40"/>
    <p:sldId id="389" r:id="rId41"/>
    <p:sldId id="390" r:id="rId42"/>
    <p:sldId id="391" r:id="rId43"/>
    <p:sldId id="392" r:id="rId44"/>
    <p:sldId id="393" r:id="rId45"/>
    <p:sldId id="394" r:id="rId46"/>
    <p:sldId id="395" r:id="rId47"/>
    <p:sldId id="396" r:id="rId48"/>
    <p:sldId id="397" r:id="rId49"/>
    <p:sldId id="398" r:id="rId50"/>
    <p:sldId id="399" r:id="rId51"/>
    <p:sldId id="400" r:id="rId52"/>
    <p:sldId id="401" r:id="rId53"/>
    <p:sldId id="402" r:id="rId54"/>
    <p:sldId id="403" r:id="rId55"/>
    <p:sldId id="404" r:id="rId56"/>
    <p:sldId id="405" r:id="rId57"/>
    <p:sldId id="406" r:id="rId58"/>
    <p:sldId id="407" r:id="rId59"/>
    <p:sldId id="408" r:id="rId60"/>
    <p:sldId id="409" r:id="rId61"/>
    <p:sldId id="410" r:id="rId62"/>
    <p:sldId id="411" r:id="rId63"/>
    <p:sldId id="412" r:id="rId64"/>
    <p:sldId id="413" r:id="rId65"/>
    <p:sldId id="414" r:id="rId66"/>
    <p:sldId id="415" r:id="rId67"/>
    <p:sldId id="416" r:id="rId68"/>
    <p:sldId id="417" r:id="rId69"/>
    <p:sldId id="418" r:id="rId70"/>
    <p:sldId id="419" r:id="rId71"/>
    <p:sldId id="420" r:id="rId72"/>
    <p:sldId id="421" r:id="rId73"/>
    <p:sldId id="422" r:id="rId74"/>
    <p:sldId id="423" r:id="rId75"/>
    <p:sldId id="424" r:id="rId76"/>
    <p:sldId id="425" r:id="rId77"/>
    <p:sldId id="426" r:id="rId78"/>
    <p:sldId id="427" r:id="rId79"/>
    <p:sldId id="428" r:id="rId80"/>
    <p:sldId id="429" r:id="rId81"/>
    <p:sldId id="430" r:id="rId82"/>
    <p:sldId id="431" r:id="rId83"/>
    <p:sldId id="432" r:id="rId84"/>
    <p:sldId id="433" r:id="rId85"/>
    <p:sldId id="434" r:id="rId86"/>
    <p:sldId id="435" r:id="rId87"/>
    <p:sldId id="436" r:id="rId88"/>
    <p:sldId id="437" r:id="rId89"/>
    <p:sldId id="438" r:id="rId90"/>
    <p:sldId id="439" r:id="rId91"/>
    <p:sldId id="440" r:id="rId92"/>
    <p:sldId id="441" r:id="rId93"/>
    <p:sldId id="442" r:id="rId94"/>
    <p:sldId id="443" r:id="rId95"/>
    <p:sldId id="444" r:id="rId96"/>
    <p:sldId id="445" r:id="rId97"/>
    <p:sldId id="446" r:id="rId98"/>
    <p:sldId id="447" r:id="rId99"/>
    <p:sldId id="448" r:id="rId100"/>
    <p:sldId id="449" r:id="rId101"/>
    <p:sldId id="450" r:id="rId102"/>
    <p:sldId id="451" r:id="rId103"/>
    <p:sldId id="452" r:id="rId104"/>
    <p:sldId id="453" r:id="rId105"/>
    <p:sldId id="454" r:id="rId106"/>
    <p:sldId id="455" r:id="rId107"/>
    <p:sldId id="456" r:id="rId108"/>
    <p:sldId id="457" r:id="rId109"/>
    <p:sldId id="458" r:id="rId110"/>
    <p:sldId id="459" r:id="rId111"/>
    <p:sldId id="460" r:id="rId112"/>
    <p:sldId id="461" r:id="rId113"/>
    <p:sldId id="462" r:id="rId114"/>
    <p:sldId id="463" r:id="rId115"/>
    <p:sldId id="464" r:id="rId116"/>
    <p:sldId id="465" r:id="rId117"/>
    <p:sldId id="466" r:id="rId118"/>
    <p:sldId id="467" r:id="rId119"/>
    <p:sldId id="468" r:id="rId120"/>
    <p:sldId id="469" r:id="rId121"/>
    <p:sldId id="470" r:id="rId122"/>
    <p:sldId id="471" r:id="rId123"/>
    <p:sldId id="472" r:id="rId124"/>
    <p:sldId id="473" r:id="rId125"/>
    <p:sldId id="474" r:id="rId126"/>
    <p:sldId id="475" r:id="rId127"/>
    <p:sldId id="476" r:id="rId128"/>
    <p:sldId id="477" r:id="rId129"/>
    <p:sldId id="478" r:id="rId130"/>
    <p:sldId id="479" r:id="rId131"/>
    <p:sldId id="480" r:id="rId132"/>
    <p:sldId id="481" r:id="rId133"/>
    <p:sldId id="482" r:id="rId134"/>
    <p:sldId id="483" r:id="rId135"/>
    <p:sldId id="484" r:id="rId136"/>
    <p:sldId id="485" r:id="rId137"/>
    <p:sldId id="486" r:id="rId138"/>
    <p:sldId id="487" r:id="rId139"/>
    <p:sldId id="488" r:id="rId140"/>
    <p:sldId id="489" r:id="rId141"/>
    <p:sldId id="490" r:id="rId142"/>
    <p:sldId id="491" r:id="rId143"/>
    <p:sldId id="492" r:id="rId144"/>
    <p:sldId id="493" r:id="rId145"/>
    <p:sldId id="494" r:id="rId146"/>
    <p:sldId id="495" r:id="rId147"/>
    <p:sldId id="496" r:id="rId14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934B3-5C87-47CA-AAD3-98C2D5D15C8C}">
  <a:tblStyle styleId="{1A2934B3-5C87-47CA-AAD3-98C2D5D15C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578" autoAdjust="0"/>
  </p:normalViewPr>
  <p:slideViewPr>
    <p:cSldViewPr snapToGrid="0">
      <p:cViewPr varScale="1">
        <p:scale>
          <a:sx n="86" d="100"/>
          <a:sy n="86" d="100"/>
        </p:scale>
        <p:origin x="72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presProps" Target="presProp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viewProps" Target="viewProp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uLKjb973HU" TargetMode="External"/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owdstrike.com/wp-content/uploads/2024/08/Channel-File-291-Incident-Root-Cause-Analysis-08.06.2024.pdf" TargetMode="External"/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3" Type="http://schemas.openxmlformats.org/officeDocument/2006/relationships/hyperlink" Target="https://stock.adobe.com/search/video?k=progress+bar" TargetMode="External"/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138/" TargetMode="External"/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yourself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a-IR" dirty="0"/>
              <a:t>ان شاء الله که وخت خوب و پربرکت خواهیم داشت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149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50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f2ef2c8143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f2ef2c8143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59755a6ec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59755a6ec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f2ef2c8143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f2ef2c8143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f2ef2c8143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f2ef2c8143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f2ef2c8143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f2ef2c8143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f2ef2c8143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f2ef2c8143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f2ef2c8143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f2ef2c8143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f2ef2c8143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f2ef2c8143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why is hex popular?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61e2d6d490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61e2d6d490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pointer is essentially an address, or more precisely a variable that can store an address.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61e2d6d49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61e2d6d49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addresses{2,3}.c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59755a6e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59755a6e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61a44cb7bf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61a44cb7bf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61a44cb7bf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61a44cb7bf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who cares about the specific addresses, think of this just as a pointer literally, an arrow.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61a44cb7bf_0_1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61a44cb7bf_0_1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addresses6.c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06bdab245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06bdab245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86921a3f8c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86921a3f8c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86921a3f8c_8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286921a3f8c_8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86921a3f8c_8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86921a3f8c_8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f2ef2c8143_0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f2ef2c8143_0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f2ef2c8143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f2ef2c8143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f2ef2c8143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f2ef2c8143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5a0a6ba2ea_14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5a0a6ba2ea_14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addresses{8,9,10}.c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Were these ints instead of chars, you would still do +1, and the compiler would know that it's really +4.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06bdab245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06bdab2455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compare{1,2}.c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Have to type "HI!"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865235447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8652354474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9c7a2e96b2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9c7a2e96b2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9c7a2e96b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9c7a2e96b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9c7a2e96b2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9c7a2e96b2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9c7a2e96b2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9c7a2e96b2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9c7a2e96b2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9c7a2e96b2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9c7a2e96b2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9c7a2e96b2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c7a2e96b2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c7a2e96b2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9c7a2e96b2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9c7a2e96b2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9c7a2e96b2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9c7a2e96b2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compare{3,4}.c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9c7a2e96b2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9c7a2e96b2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copy{0,1}.c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Have to use "hi!" in lowercase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9c7a2e96b2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9c7a2e96b2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9c7a2e96b2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9c7a2e96b2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9c7a2e96b2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9c7a2e96b2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9c7a2e96b2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9c7a2e96b2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9c7a2e96b2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9c7a2e96b2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9c7a2e96b2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9c7a2e96b2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9c7a2e96b2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9c7a2e96b2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9c7a2e96b2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9c7a2e96b2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435ffdea7c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435ffdea7c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copy{2,3,4}.c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9c7a2e96b2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9c7a2e96b2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9c7a2e96b2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9c7a2e96b2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9c7a2e96b2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9c7a2e96b2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9c7a2e96b2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9c7a2e96b2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9c7a2e96b2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9c7a2e96b2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9c7a2e96b2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9c7a2e96b2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9c7a2e96b2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9c7a2e96b2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9c7a2e96b2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9c7a2e96b2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9c7a2e96b2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9c7a2e96b2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61e2d6d490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61e2d6d490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copy5.c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1592806568f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1592806568f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memory.c, create in advance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[Note: not necessary to free strings returned by get_string, CS50's library does for you.]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f2ef2c8143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f2ef2c8143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garbage.c</a:t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9c7a2e96b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9c7a2e96b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9c7a2e96b2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9c7a2e96b2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9c7a2e96b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9c7a2e96b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9c7a2e96b2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9c7a2e96b2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9c7a2e96b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9c7a2e96b2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1592806568f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1592806568f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maybe we shouldn't do that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9c7a2e96b2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9c7a2e96b2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if we instead…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9c7a2e96b2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9c7a2e96b2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9c7a2e96b2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9c7a2e96b2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https://www.youtube.com/watch?v=3uLKjb973HU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435ffdea7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435ffdea7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lot of last week's demos involved swapping…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DRINKING GLASS DEMO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435ffdea7c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435ffdea7c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swap0.c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this one ready to go in a swap.c file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435ffdea7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435ffdea7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1592806568f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1592806568f_0_4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8652354474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8652354474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61e2d6d490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61e2d6d490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61e2d6d49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61e2d6d49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61e2d6d490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61e2d6d490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61e2d6d490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61e2d6d490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61e2d6d490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61e2d6d490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61e2d6d490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61e2d6d490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61e2d6d490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61e2d6d490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61e2d6d490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61e2d6d490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61e2d6d490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61e2d6d490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61e2d6d490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61e2d6d490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61e2d6d490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61e2d6d490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61e2d6d490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61e2d6d490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swap0.c again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06bdab245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306bdab245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61e2d6d490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61e2d6d490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61e2d6d490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61e2d6d490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61e2d6d490_0_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61e2d6d490_0_9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61e2d6d490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61e2d6d490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61e2d6d490_0_1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61e2d6d490_0_1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61e2d6d490_0_1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61e2d6d490_0_1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61e2d6d490_0_1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61e2d6d490_0_1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61e2d6d490_0_10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61e2d6d490_0_10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61e2d6d490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61e2d6d490_0_1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61e2d6d490_0_1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61e2d6d490_0_1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61e2d6d490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61e2d6d490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61e2d6d490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61e2d6d490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61e2d6d490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61e2d6d490_0_1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61e2d6d490_0_1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61e2d6d490_0_1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2865235447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2865235447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how fix?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306bdab245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306bdab245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61e2d6d490_0_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61e2d6d490_0_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06bdab245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306bdab2455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swap1.c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61e2d6d490_0_1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61e2d6d490_0_1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61e2d6d490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61e2d6d490_0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61e2d6d490_0_1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61e2d6d490_0_1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61e2d6d490_0_1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61e2d6d490_0_1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g61e2d6d490_0_1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3" name="Google Shape;1523;g61e2d6d490_0_1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61e2d6d490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61e2d6d490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61e2d6d490_0_1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61e2d6d490_0_1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61e2d6d490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61e2d6d490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06bdab2455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06bdab2455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306bdab2455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0" name="Google Shape;1600;g306bdab2455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61e2d6d490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61e2d6d490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61e2d6d490_0_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61e2d6d490_0_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bad about this picture?</a:t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61e2d6d490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61e2d6d490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61e2d6d490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61e2d6d490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306bdab245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306bdab245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306bdab245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306bdab245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https://www.crowdstrike.com/wp-content/uploads/2024/08/Channel-File-291-Incident-Root-Cause-Analysis-08.06.2024.pdf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306bdab2455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306bdab2455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61e2d6d490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61e2d6d490_0_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how about these other training wheels?</a:t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306bdab2455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306bdab2455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get0.c</a:t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306bdab2455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306bdab2455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get1.c</a:t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949c8622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949c8622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949c86228d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2949c86228d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2949c86228d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2949c86228d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949c86228d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949c86228d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306bdab2455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306bdab2455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get2.c</a:t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306bdab2455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306bdab2455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949c86228d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949c86228d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306bdab2455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306bdab2455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949c86228d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949c86228d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306bdab2455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9" name="Google Shape;1879;g306bdab2455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get3.c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g2949c86228d_0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4" name="Google Shape;1924;g2949c86228d_0_6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get3.c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get_int allocates just enough memory + 1</a:t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61e2d6d490_0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61e2d6d490_0_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28652354474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28652354474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phonebook{0,1}.c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306bdab2455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306bdab2455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cp.c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https://stock.adobe.com/search/video?k=progress+bar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9c7a2e96b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9c7a2e96b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61e2d6d490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61e2d6d490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61e2d6d490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61e2d6d490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grayscale</a:t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61e2d6d490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61e2d6d490_0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sepia</a:t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61e2d6d490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61e2d6d490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</a:t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61e2d6d490_0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61e2d6d490_0_6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blur</a:t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61e2d6d490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61e2d6d490_0_6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detection</a:t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865235447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865235447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https://xkcd.com/138/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g1592806568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0" name="Google Shape;2020;g1592806568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3uLKjb973HU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jp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1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s-AF" sz="3200" dirty="0"/>
              <a:t>بسم الله الرحمن الرحیم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6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CS101</a:t>
            </a:r>
            <a:br>
              <a:rPr lang="en" sz="4800" dirty="0"/>
            </a:br>
            <a:r>
              <a:rPr lang="en" sz="4800" dirty="0"/>
              <a:t>Introduction to </a:t>
            </a:r>
            <a:br>
              <a:rPr lang="en" sz="4800" dirty="0"/>
            </a:br>
            <a:r>
              <a:rPr lang="en" sz="4800" dirty="0"/>
              <a:t>Computer Science</a:t>
            </a:r>
            <a:endParaRPr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Lecture 13</a:t>
            </a:r>
            <a:endParaRPr sz="4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80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hexadecimal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3"/>
          <p:cNvSpPr txBox="1"/>
          <p:nvPr/>
        </p:nvSpPr>
        <p:spPr>
          <a:xfrm>
            <a:off x="0" y="1968300"/>
            <a:ext cx="9144000" cy="12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 1 2 3 4 5 6 7 8 9 a b c d e f</a:t>
            </a:r>
            <a:endParaRPr sz="3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base-16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0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FF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80"/>
          <p:cNvSpPr txBox="1"/>
          <p:nvPr/>
        </p:nvSpPr>
        <p:spPr>
          <a:xfrm>
            <a:off x="3855675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44" name="Google Shape;444;p80"/>
          <p:cNvSpPr txBox="1"/>
          <p:nvPr/>
        </p:nvSpPr>
        <p:spPr>
          <a:xfrm>
            <a:off x="4506199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1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FF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81"/>
          <p:cNvSpPr txBox="1"/>
          <p:nvPr/>
        </p:nvSpPr>
        <p:spPr>
          <a:xfrm>
            <a:off x="3855675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51" name="Google Shape;451;p81"/>
          <p:cNvSpPr txBox="1"/>
          <p:nvPr/>
        </p:nvSpPr>
        <p:spPr>
          <a:xfrm>
            <a:off x="4506199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52" name="Google Shape;452;p81"/>
          <p:cNvSpPr txBox="1"/>
          <p:nvPr/>
        </p:nvSpPr>
        <p:spPr>
          <a:xfrm>
            <a:off x="32990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 × F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3" name="Google Shape;453;p81"/>
          <p:cNvSpPr txBox="1"/>
          <p:nvPr/>
        </p:nvSpPr>
        <p:spPr>
          <a:xfrm>
            <a:off x="46549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 × F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4" name="Google Shape;454;p81"/>
          <p:cNvSpPr txBox="1"/>
          <p:nvPr/>
        </p:nvSpPr>
        <p:spPr>
          <a:xfrm>
            <a:off x="40084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82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FF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82"/>
          <p:cNvSpPr txBox="1"/>
          <p:nvPr/>
        </p:nvSpPr>
        <p:spPr>
          <a:xfrm>
            <a:off x="3855675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61" name="Google Shape;461;p82"/>
          <p:cNvSpPr txBox="1"/>
          <p:nvPr/>
        </p:nvSpPr>
        <p:spPr>
          <a:xfrm>
            <a:off x="4506199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62" name="Google Shape;462;p82"/>
          <p:cNvSpPr txBox="1"/>
          <p:nvPr/>
        </p:nvSpPr>
        <p:spPr>
          <a:xfrm>
            <a:off x="32990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 × 15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63" name="Google Shape;463;p82"/>
          <p:cNvSpPr txBox="1"/>
          <p:nvPr/>
        </p:nvSpPr>
        <p:spPr>
          <a:xfrm>
            <a:off x="46549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 × 15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64" name="Google Shape;464;p82"/>
          <p:cNvSpPr txBox="1"/>
          <p:nvPr/>
        </p:nvSpPr>
        <p:spPr>
          <a:xfrm>
            <a:off x="40084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83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FF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0" name="Google Shape;470;p83"/>
          <p:cNvSpPr txBox="1"/>
          <p:nvPr/>
        </p:nvSpPr>
        <p:spPr>
          <a:xfrm>
            <a:off x="3855675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71" name="Google Shape;471;p83"/>
          <p:cNvSpPr txBox="1"/>
          <p:nvPr/>
        </p:nvSpPr>
        <p:spPr>
          <a:xfrm>
            <a:off x="4506199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72" name="Google Shape;472;p83"/>
          <p:cNvSpPr txBox="1"/>
          <p:nvPr/>
        </p:nvSpPr>
        <p:spPr>
          <a:xfrm>
            <a:off x="32990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240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73" name="Google Shape;473;p83"/>
          <p:cNvSpPr txBox="1"/>
          <p:nvPr/>
        </p:nvSpPr>
        <p:spPr>
          <a:xfrm>
            <a:off x="46549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15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74" name="Google Shape;474;p83"/>
          <p:cNvSpPr txBox="1"/>
          <p:nvPr/>
        </p:nvSpPr>
        <p:spPr>
          <a:xfrm>
            <a:off x="40084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4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FF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84"/>
          <p:cNvSpPr txBox="1"/>
          <p:nvPr/>
        </p:nvSpPr>
        <p:spPr>
          <a:xfrm>
            <a:off x="3855675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81" name="Google Shape;481;p84"/>
          <p:cNvSpPr txBox="1"/>
          <p:nvPr/>
        </p:nvSpPr>
        <p:spPr>
          <a:xfrm>
            <a:off x="4506199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 baseline="30000">
              <a:solidFill>
                <a:srgbClr val="FFFFFF"/>
              </a:solidFill>
            </a:endParaRPr>
          </a:p>
        </p:txBody>
      </p:sp>
      <p:sp>
        <p:nvSpPr>
          <p:cNvPr id="482" name="Google Shape;482;p84"/>
          <p:cNvSpPr txBox="1"/>
          <p:nvPr/>
        </p:nvSpPr>
        <p:spPr>
          <a:xfrm>
            <a:off x="40084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255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9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n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*p = &amp;n;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s = "HI!";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3" name="Google Shape;653;p118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4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4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0x127</a:t>
                      </a: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54" name="Google Shape;654;p118"/>
          <p:cNvCxnSpPr/>
          <p:nvPr/>
        </p:nvCxnSpPr>
        <p:spPr>
          <a:xfrm rot="5400000">
            <a:off x="3230350" y="2245225"/>
            <a:ext cx="1321800" cy="9183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 s = "HI!";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char *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uint8_t BYTE;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uint8_t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BYTE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uint8_t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BYTE;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char *string;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 char *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char *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string;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 arithmetic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strcmp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4" name="Google Shape;794;p146"/>
          <p:cNvGraphicFramePr/>
          <p:nvPr/>
        </p:nvGraphicFramePr>
        <p:xfrm>
          <a:off x="0" y="-50"/>
          <a:ext cx="9143600" cy="6858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9" name="Google Shape;799;p147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4" name="Google Shape;804;p148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9" name="Google Shape;809;p149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4" name="Google Shape;814;p150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" name="Google Shape;819;p151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4" name="Google Shape;824;p152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" name="Google Shape;829;p153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4" name="Google Shape;834;p154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9" name="Google Shape;839;p155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840" name="Google Shape;840;p155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1" name="Google Shape;841;p155"/>
          <p:cNvCxnSpPr/>
          <p:nvPr/>
        </p:nvCxnSpPr>
        <p:spPr>
          <a:xfrm flipH="1">
            <a:off x="5786125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6" name="Google Shape;846;p156"/>
          <p:cNvGraphicFramePr/>
          <p:nvPr/>
        </p:nvGraphicFramePr>
        <p:xfrm>
          <a:off x="0" y="-50"/>
          <a:ext cx="9143600" cy="6858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1" name="Google Shape;851;p157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6" name="Google Shape;856;p158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1" name="Google Shape;861;p159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6" name="Google Shape;866;p160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1" name="Google Shape;871;p161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6" name="Google Shape;876;p162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1" name="Google Shape;881;p163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882" name="Google Shape;882;p163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3" name="Google Shape;883;p163"/>
          <p:cNvCxnSpPr/>
          <p:nvPr/>
        </p:nvCxnSpPr>
        <p:spPr>
          <a:xfrm flipH="1">
            <a:off x="1258825" y="980750"/>
            <a:ext cx="5486400" cy="29619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8" name="Google Shape;888;p164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889" name="Google Shape;889;p164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0" name="Google Shape;890;p164"/>
          <p:cNvCxnSpPr/>
          <p:nvPr/>
        </p:nvCxnSpPr>
        <p:spPr>
          <a:xfrm flipH="1">
            <a:off x="1258825" y="980750"/>
            <a:ext cx="5486400" cy="29619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6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malloc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free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0" name="Google Shape;900;p166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01" name="Google Shape;901;p166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6" name="Google Shape;906;p167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07" name="Google Shape;907;p167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2" name="Google Shape;912;p168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13" name="Google Shape;913;p168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8" name="Google Shape;918;p169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19" name="Google Shape;919;p169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0" name="Google Shape;920;p169"/>
          <p:cNvCxnSpPr/>
          <p:nvPr/>
        </p:nvCxnSpPr>
        <p:spPr>
          <a:xfrm flipH="1">
            <a:off x="5786125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5" name="Google Shape;925;p170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26" name="Google Shape;926;p170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7" name="Google Shape;927;p170"/>
          <p:cNvCxnSpPr/>
          <p:nvPr/>
        </p:nvCxnSpPr>
        <p:spPr>
          <a:xfrm flipH="1">
            <a:off x="5786125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2" name="Google Shape;932;p171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33" name="Google Shape;933;p171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4" name="Google Shape;934;p171"/>
          <p:cNvCxnSpPr/>
          <p:nvPr/>
        </p:nvCxnSpPr>
        <p:spPr>
          <a:xfrm flipH="1">
            <a:off x="5786125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9" name="Google Shape;939;p172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40" name="Google Shape;940;p172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1" name="Google Shape;941;p172"/>
          <p:cNvCxnSpPr/>
          <p:nvPr/>
        </p:nvCxnSpPr>
        <p:spPr>
          <a:xfrm flipH="1">
            <a:off x="5786125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6" name="Google Shape;946;p173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47" name="Google Shape;947;p173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8" name="Google Shape;948;p173"/>
          <p:cNvCxnSpPr/>
          <p:nvPr/>
        </p:nvCxnSpPr>
        <p:spPr>
          <a:xfrm flipH="1">
            <a:off x="5786125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3" name="Google Shape;953;p174"/>
          <p:cNvGraphicFramePr/>
          <p:nvPr/>
        </p:nvGraphicFramePr>
        <p:xfrm>
          <a:off x="0" y="-50"/>
          <a:ext cx="9143600" cy="686559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5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71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0x124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0x125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0x126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7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0x457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0x458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0x459</a:t>
                      </a:r>
                      <a:endParaRPr sz="1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54" name="Google Shape;954;p174"/>
          <p:cNvCxnSpPr/>
          <p:nvPr/>
        </p:nvCxnSpPr>
        <p:spPr>
          <a:xfrm flipH="1">
            <a:off x="1187650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5" name="Google Shape;955;p174"/>
          <p:cNvCxnSpPr/>
          <p:nvPr/>
        </p:nvCxnSpPr>
        <p:spPr>
          <a:xfrm flipH="1">
            <a:off x="5786125" y="980750"/>
            <a:ext cx="959100" cy="29205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7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NULL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7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valgrind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1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garbage values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78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*x;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*y;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 = malloc(sizeof(int)); 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*x = 42;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y = x;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79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int *x;</a:t>
            </a: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int *y;</a:t>
            </a: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 = malloc(sizeof(int)); 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*x = 42;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y = x;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80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*x;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*y;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x = malloc(sizeof(int));</a:t>
            </a: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*x = 42;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y = x;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81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*x;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*y;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 = malloc(sizeof(int)); 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*x = 42;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y = x;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82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*x;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*y;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 = malloc(sizeof(int)); 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*x = 42;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*y = 13;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y = x;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183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*x;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*y;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 = malloc(sizeof(int)); 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*x = 42;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*y = 13;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y = x;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84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*x;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*y;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 = malloc(sizeof(int)); 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*x = 42;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*y = 13;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y = x;</a:t>
            </a: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*y = 13;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85"/>
          <p:cNvSpPr txBox="1">
            <a:spLocks noGrp="1"/>
          </p:cNvSpPr>
          <p:nvPr>
            <p:ph type="body" idx="1"/>
          </p:nvPr>
        </p:nvSpPr>
        <p:spPr>
          <a:xfrm>
            <a:off x="311700" y="309900"/>
            <a:ext cx="8520600" cy="45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*x;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*y;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 = malloc(sizeof(int));         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*x = 42;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*y = 13;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y = x;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*y = 13;</a:t>
            </a: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186" descr="Adapted from http://cslibrary.stanford.edu/104/." title="Pointer Fun with Bink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18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void swap(int a, int b)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8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void swap(int a, int b)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tmp = a;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 = b;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b = tmp;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void swap(int a, int b)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9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19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by value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9275" y="-2362200"/>
            <a:ext cx="1828802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Google Shape;1055;p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9275" y="-2362200"/>
            <a:ext cx="18288026" cy="10287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056" name="Google Shape;1056;p194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7" name="Google Shape;1057;p194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8" name="Google Shape;1058;p194"/>
          <p:cNvCxnSpPr/>
          <p:nvPr/>
        </p:nvCxnSpPr>
        <p:spPr>
          <a:xfrm>
            <a:off x="45720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9" name="Google Shape;1059;p194"/>
          <p:cNvCxnSpPr/>
          <p:nvPr/>
        </p:nvCxnSpPr>
        <p:spPr>
          <a:xfrm>
            <a:off x="41148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0" name="Google Shape;1060;p194"/>
          <p:cNvCxnSpPr/>
          <p:nvPr/>
        </p:nvCxnSpPr>
        <p:spPr>
          <a:xfrm>
            <a:off x="5038725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1" name="Google Shape;1061;p194"/>
          <p:cNvCxnSpPr/>
          <p:nvPr/>
        </p:nvCxnSpPr>
        <p:spPr>
          <a:xfrm>
            <a:off x="38862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2" name="Google Shape;1062;p194"/>
          <p:cNvCxnSpPr/>
          <p:nvPr/>
        </p:nvCxnSpPr>
        <p:spPr>
          <a:xfrm>
            <a:off x="43434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3" name="Google Shape;1063;p194"/>
          <p:cNvCxnSpPr/>
          <p:nvPr/>
        </p:nvCxnSpPr>
        <p:spPr>
          <a:xfrm>
            <a:off x="4800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4" name="Google Shape;1064;p194"/>
          <p:cNvCxnSpPr/>
          <p:nvPr/>
        </p:nvCxnSpPr>
        <p:spPr>
          <a:xfrm>
            <a:off x="529552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5" name="Google Shape;1065;p194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6" name="Google Shape;1066;p194"/>
          <p:cNvCxnSpPr/>
          <p:nvPr/>
        </p:nvCxnSpPr>
        <p:spPr>
          <a:xfrm>
            <a:off x="3638550" y="25622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7" name="Google Shape;1067;p194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8" name="Google Shape;1068;p194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9" name="Google Shape;1069;p194"/>
          <p:cNvCxnSpPr/>
          <p:nvPr/>
        </p:nvCxnSpPr>
        <p:spPr>
          <a:xfrm>
            <a:off x="3638550" y="21622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0" name="Google Shape;1070;p194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1" name="Google Shape;1071;p194"/>
          <p:cNvCxnSpPr/>
          <p:nvPr/>
        </p:nvCxnSpPr>
        <p:spPr>
          <a:xfrm>
            <a:off x="3638550" y="11335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2" name="Google Shape;1072;p194"/>
          <p:cNvCxnSpPr/>
          <p:nvPr/>
        </p:nvCxnSpPr>
        <p:spPr>
          <a:xfrm>
            <a:off x="3638550" y="15526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3" name="Google Shape;1073;p194"/>
          <p:cNvCxnSpPr/>
          <p:nvPr/>
        </p:nvCxnSpPr>
        <p:spPr>
          <a:xfrm>
            <a:off x="3638550" y="19622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4" name="Google Shape;1074;p194"/>
          <p:cNvCxnSpPr/>
          <p:nvPr/>
        </p:nvCxnSpPr>
        <p:spPr>
          <a:xfrm>
            <a:off x="3638550" y="23717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5" name="Google Shape;1075;p194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6" name="Google Shape;1076;p194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7" name="Google Shape;1077;p194"/>
          <p:cNvCxnSpPr/>
          <p:nvPr/>
        </p:nvCxnSpPr>
        <p:spPr>
          <a:xfrm>
            <a:off x="3638550" y="29957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8" name="Google Shape;1078;p194"/>
          <p:cNvCxnSpPr/>
          <p:nvPr/>
        </p:nvCxnSpPr>
        <p:spPr>
          <a:xfrm>
            <a:off x="3638550" y="27671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9" name="Google Shape;1079;p194"/>
          <p:cNvCxnSpPr/>
          <p:nvPr/>
        </p:nvCxnSpPr>
        <p:spPr>
          <a:xfrm>
            <a:off x="3638550" y="31862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0" name="Google Shape;1080;p194"/>
          <p:cNvCxnSpPr/>
          <p:nvPr/>
        </p:nvCxnSpPr>
        <p:spPr>
          <a:xfrm>
            <a:off x="3638550" y="35957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1" name="Google Shape;1081;p194"/>
          <p:cNvCxnSpPr/>
          <p:nvPr/>
        </p:nvCxnSpPr>
        <p:spPr>
          <a:xfrm>
            <a:off x="3638550" y="40053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6" name="Google Shape;1086;p195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7" name="Google Shape;1087;p195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8" name="Google Shape;1088;p195"/>
          <p:cNvCxnSpPr/>
          <p:nvPr/>
        </p:nvCxnSpPr>
        <p:spPr>
          <a:xfrm>
            <a:off x="45720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9" name="Google Shape;1089;p195"/>
          <p:cNvCxnSpPr/>
          <p:nvPr/>
        </p:nvCxnSpPr>
        <p:spPr>
          <a:xfrm>
            <a:off x="41148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0" name="Google Shape;1090;p195"/>
          <p:cNvCxnSpPr/>
          <p:nvPr/>
        </p:nvCxnSpPr>
        <p:spPr>
          <a:xfrm>
            <a:off x="5038725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1" name="Google Shape;1091;p195"/>
          <p:cNvCxnSpPr/>
          <p:nvPr/>
        </p:nvCxnSpPr>
        <p:spPr>
          <a:xfrm>
            <a:off x="38862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2" name="Google Shape;1092;p195"/>
          <p:cNvCxnSpPr/>
          <p:nvPr/>
        </p:nvCxnSpPr>
        <p:spPr>
          <a:xfrm>
            <a:off x="43434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3" name="Google Shape;1093;p195"/>
          <p:cNvCxnSpPr/>
          <p:nvPr/>
        </p:nvCxnSpPr>
        <p:spPr>
          <a:xfrm>
            <a:off x="4800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4" name="Google Shape;1094;p195"/>
          <p:cNvCxnSpPr/>
          <p:nvPr/>
        </p:nvCxnSpPr>
        <p:spPr>
          <a:xfrm>
            <a:off x="529552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5" name="Google Shape;1095;p195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195"/>
          <p:cNvCxnSpPr/>
          <p:nvPr/>
        </p:nvCxnSpPr>
        <p:spPr>
          <a:xfrm>
            <a:off x="3638550" y="25622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195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195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195"/>
          <p:cNvCxnSpPr/>
          <p:nvPr/>
        </p:nvCxnSpPr>
        <p:spPr>
          <a:xfrm>
            <a:off x="3638550" y="21622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0" name="Google Shape;1100;p195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1" name="Google Shape;1101;p195"/>
          <p:cNvCxnSpPr/>
          <p:nvPr/>
        </p:nvCxnSpPr>
        <p:spPr>
          <a:xfrm>
            <a:off x="3638550" y="11335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2" name="Google Shape;1102;p195"/>
          <p:cNvCxnSpPr/>
          <p:nvPr/>
        </p:nvCxnSpPr>
        <p:spPr>
          <a:xfrm>
            <a:off x="3638550" y="155263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3" name="Google Shape;1103;p195"/>
          <p:cNvCxnSpPr/>
          <p:nvPr/>
        </p:nvCxnSpPr>
        <p:spPr>
          <a:xfrm>
            <a:off x="3638550" y="19622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4" name="Google Shape;1104;p195"/>
          <p:cNvCxnSpPr/>
          <p:nvPr/>
        </p:nvCxnSpPr>
        <p:spPr>
          <a:xfrm>
            <a:off x="3638550" y="23717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5" name="Google Shape;1105;p195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6" name="Google Shape;1106;p195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195"/>
          <p:cNvCxnSpPr/>
          <p:nvPr/>
        </p:nvCxnSpPr>
        <p:spPr>
          <a:xfrm>
            <a:off x="3638550" y="29957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8" name="Google Shape;1108;p195"/>
          <p:cNvCxnSpPr/>
          <p:nvPr/>
        </p:nvCxnSpPr>
        <p:spPr>
          <a:xfrm>
            <a:off x="3638550" y="27671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9" name="Google Shape;1109;p195"/>
          <p:cNvCxnSpPr/>
          <p:nvPr/>
        </p:nvCxnSpPr>
        <p:spPr>
          <a:xfrm>
            <a:off x="3638550" y="31862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0" name="Google Shape;1110;p195"/>
          <p:cNvCxnSpPr/>
          <p:nvPr/>
        </p:nvCxnSpPr>
        <p:spPr>
          <a:xfrm>
            <a:off x="3638550" y="35957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1" name="Google Shape;1111;p195"/>
          <p:cNvCxnSpPr/>
          <p:nvPr/>
        </p:nvCxnSpPr>
        <p:spPr>
          <a:xfrm>
            <a:off x="3638550" y="40053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6" name="Google Shape;1116;p196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7" name="Google Shape;1117;p196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8" name="Google Shape;1118;p196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9" name="Google Shape;1119;p196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0" name="Google Shape;1120;p196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↑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5" name="Google Shape;1125;p197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6" name="Google Shape;1126;p197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7" name="Google Shape;1127;p197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197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9" name="Google Shape;1129;p197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0" name="Google Shape;1130;p197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31" name="Google Shape;1131;p197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↑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6" name="Google Shape;1136;p198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7" name="Google Shape;1137;p198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8" name="Google Shape;1138;p198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9" name="Google Shape;1139;p198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0" name="Google Shape;1140;p198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1" name="Google Shape;1141;p198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2" name="Google Shape;1142;p198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43" name="Google Shape;1143;p198"/>
          <p:cNvSpPr txBox="1"/>
          <p:nvPr/>
        </p:nvSpPr>
        <p:spPr>
          <a:xfrm>
            <a:off x="3619500" y="1344109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globals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44" name="Google Shape;1144;p198"/>
          <p:cNvSpPr txBox="1"/>
          <p:nvPr/>
        </p:nvSpPr>
        <p:spPr>
          <a:xfrm>
            <a:off x="3619500" y="1762577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↓</a:t>
            </a:r>
            <a:endParaRPr/>
          </a:p>
        </p:txBody>
      </p:sp>
      <p:sp>
        <p:nvSpPr>
          <p:cNvPr id="1145" name="Google Shape;1145;p198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↑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0" name="Google Shape;1150;p199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1" name="Google Shape;1151;p199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2" name="Google Shape;1152;p199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3" name="Google Shape;1153;p199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4" name="Google Shape;1154;p199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5" name="Google Shape;1155;p199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6" name="Google Shape;1156;p199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7" name="Google Shape;1157;p199"/>
          <p:cNvSpPr txBox="1"/>
          <p:nvPr/>
        </p:nvSpPr>
        <p:spPr>
          <a:xfrm>
            <a:off x="3619500" y="1344109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globals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8" name="Google Shape;1158;p199"/>
          <p:cNvSpPr txBox="1"/>
          <p:nvPr/>
        </p:nvSpPr>
        <p:spPr>
          <a:xfrm>
            <a:off x="3619500" y="1762577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heap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↓</a:t>
            </a:r>
            <a:endParaRPr/>
          </a:p>
        </p:txBody>
      </p:sp>
      <p:sp>
        <p:nvSpPr>
          <p:cNvPr id="1159" name="Google Shape;1159;p199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↑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4" name="Google Shape;1164;p200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5" name="Google Shape;1165;p200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6" name="Google Shape;1166;p200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7" name="Google Shape;1167;p200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8" name="Google Shape;1168;p200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9" name="Google Shape;1169;p200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0" name="Google Shape;1170;p200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71" name="Google Shape;1171;p200"/>
          <p:cNvSpPr txBox="1"/>
          <p:nvPr/>
        </p:nvSpPr>
        <p:spPr>
          <a:xfrm>
            <a:off x="3619500" y="1344109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globals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72" name="Google Shape;1172;p200"/>
          <p:cNvSpPr txBox="1"/>
          <p:nvPr/>
        </p:nvSpPr>
        <p:spPr>
          <a:xfrm>
            <a:off x="3619500" y="1762577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heap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↓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73" name="Google Shape;1173;p200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↑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8" name="Google Shape;1178;p201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9" name="Google Shape;1179;p201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0" name="Google Shape;1180;p201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1" name="Google Shape;1181;p201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201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201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4" name="Google Shape;1184;p201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85" name="Google Shape;1185;p201"/>
          <p:cNvSpPr txBox="1"/>
          <p:nvPr/>
        </p:nvSpPr>
        <p:spPr>
          <a:xfrm>
            <a:off x="3619500" y="1344109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globals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86" name="Google Shape;1186;p201"/>
          <p:cNvSpPr txBox="1"/>
          <p:nvPr/>
        </p:nvSpPr>
        <p:spPr>
          <a:xfrm>
            <a:off x="3619500" y="1762577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heap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↓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87" name="Google Shape;1187;p201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↑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2" name="Google Shape;1192;p202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3" name="Google Shape;1193;p202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4" name="Google Shape;1194;p202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5" name="Google Shape;1195;p202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6" name="Google Shape;1196;p202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7" name="Google Shape;1197;p202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8" name="Google Shape;1198;p202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99" name="Google Shape;1199;p202"/>
          <p:cNvSpPr txBox="1"/>
          <p:nvPr/>
        </p:nvSpPr>
        <p:spPr>
          <a:xfrm>
            <a:off x="3619500" y="1344109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globals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00" name="Google Shape;1200;p202"/>
          <p:cNvSpPr txBox="1"/>
          <p:nvPr/>
        </p:nvSpPr>
        <p:spPr>
          <a:xfrm>
            <a:off x="3619500" y="1762577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heap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↓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01" name="Google Shape;1201;p202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↑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6" name="Google Shape;1206;p203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7" name="Google Shape;1207;p203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8" name="Google Shape;1208;p203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9" name="Google Shape;1209;p203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0" name="Google Shape;1210;p203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↑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0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void swap(int a, int b)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0" name="Google Shape;1220;p205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1221;p205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2" name="Google Shape;1222;p205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1223;p205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4" name="Google Shape;1224;p205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5" name="Google Shape;1225;p205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205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1" name="Google Shape;1231;p206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2" name="Google Shape;1232;p206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3" name="Google Shape;1233;p206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4" name="Google Shape;1234;p206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5" name="Google Shape;1235;p206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6" name="Google Shape;1236;p206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7" name="Google Shape;1237;p206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206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9" name="Google Shape;1239;p206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206"/>
          <p:cNvSpPr txBox="1"/>
          <p:nvPr/>
        </p:nvSpPr>
        <p:spPr>
          <a:xfrm>
            <a:off x="3619500" y="31535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swap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5" name="Google Shape;1245;p207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6" name="Google Shape;1246;p207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7" name="Google Shape;1247;p207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8" name="Google Shape;1248;p207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9" name="Google Shape;1249;p207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207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207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main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6" name="Google Shape;1256;p208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7" name="Google Shape;1257;p208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8" name="Google Shape;1258;p208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9" name="Google Shape;1259;p208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0" name="Google Shape;1260;p208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1" name="Google Shape;1261;p208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2" name="Google Shape;1262;p208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208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4" name="Google Shape;1264;p208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9" name="Google Shape;1269;p209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0" name="Google Shape;1270;p209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1" name="Google Shape;1271;p209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2" name="Google Shape;1272;p209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3" name="Google Shape;1273;p209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4" name="Google Shape;1274;p209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5" name="Google Shape;1275;p209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209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7" name="Google Shape;1277;p209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2" name="Google Shape;1282;p210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3" name="Google Shape;1283;p210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4" name="Google Shape;1284;p210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5" name="Google Shape;1285;p210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6" name="Google Shape;1286;p210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7" name="Google Shape;1287;p210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8" name="Google Shape;1288;p210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210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0" name="Google Shape;1290;p210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1" name="Google Shape;1291;p210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210"/>
          <p:cNvSpPr txBox="1"/>
          <p:nvPr/>
        </p:nvSpPr>
        <p:spPr>
          <a:xfrm>
            <a:off x="3619500" y="31535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swap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7" name="Google Shape;1297;p211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8" name="Google Shape;1298;p211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9" name="Google Shape;1299;p211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0" name="Google Shape;1300;p211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1" name="Google Shape;1301;p211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2" name="Google Shape;1302;p211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3" name="Google Shape;1303;p211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211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211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6" name="Google Shape;1306;p211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7" name="Google Shape;1307;p211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8" name="Google Shape;1308;p211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9" name="Google Shape;1309;p211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4" name="Google Shape;1314;p212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5" name="Google Shape;1315;p212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6" name="Google Shape;1316;p212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7" name="Google Shape;1317;p212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8" name="Google Shape;1318;p212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9" name="Google Shape;1319;p212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0" name="Google Shape;1320;p212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212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212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3" name="Google Shape;1323;p212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4" name="Google Shape;1324;p212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5" name="Google Shape;1325;p212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6" name="Google Shape;1326;p212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1" name="Google Shape;1331;p213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2" name="Google Shape;1332;p213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3" name="Google Shape;1333;p213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4" name="Google Shape;1334;p213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5" name="Google Shape;1335;p213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6" name="Google Shape;1336;p213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7" name="Google Shape;1337;p213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13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13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p213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1" name="Google Shape;1341;p213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2" name="Google Shape;1342;p213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3" name="Google Shape;1343;p213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4" name="Google Shape;1344;p213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9" name="Google Shape;1349;p214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0" name="Google Shape;1350;p214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1" name="Google Shape;1351;p214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2" name="Google Shape;1352;p214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3" name="Google Shape;1353;p214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4" name="Google Shape;1354;p214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5" name="Google Shape;1355;p214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214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214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8" name="Google Shape;1358;p214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9" name="Google Shape;1359;p214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0" name="Google Shape;1360;p214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1" name="Google Shape;1361;p214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2" name="Google Shape;1362;p214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7" name="Google Shape;1367;p215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8" name="Google Shape;1368;p215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9" name="Google Shape;1369;p215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0" name="Google Shape;1370;p215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1" name="Google Shape;1371;p215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2" name="Google Shape;1372;p215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3" name="Google Shape;1373;p215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215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215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6" name="Google Shape;1376;p215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7" name="Google Shape;1377;p215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8" name="Google Shape;1378;p215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9" name="Google Shape;1379;p215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0" name="Google Shape;1380;p215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5" name="Google Shape;1385;p216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6" name="Google Shape;1386;p216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7" name="Google Shape;1387;p216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8" name="Google Shape;1388;p216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9" name="Google Shape;1389;p216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0" name="Google Shape;1390;p216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1" name="Google Shape;1391;p216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216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216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4" name="Google Shape;1394;p216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5" name="Google Shape;1395;p216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6" name="Google Shape;1396;p216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7" name="Google Shape;1397;p216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8" name="Google Shape;1398;p216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3" name="Google Shape;1403;p217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4" name="Google Shape;1404;p217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5" name="Google Shape;1405;p217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6" name="Google Shape;1406;p217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7" name="Google Shape;1407;p217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8" name="Google Shape;1408;p217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217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217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217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2" name="Google Shape;1412;p217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3" name="Google Shape;1413;p217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4" name="Google Shape;1414;p217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5" name="Google Shape;1415;p217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0" name="Google Shape;1420;p218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1" name="Google Shape;1421;p218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2" name="Google Shape;1422;p218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3" name="Google Shape;1423;p218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4" name="Google Shape;1424;p218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5" name="Google Shape;1425;p218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218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218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8" name="Google Shape;1428;p218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2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passing by reference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2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void swap(int a, int b)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2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void swap(int *a, int *b)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int tmp = *a;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*a = *b;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*b = tmp;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2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swap(int *a, int *b)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int tmp = *a;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*a = *b;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*b = tmp;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3" name="Google Shape;1453;p223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4" name="Google Shape;1454;p223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5" name="Google Shape;1455;p223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6" name="Google Shape;1456;p223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7" name="Google Shape;1457;p223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8" name="Google Shape;1458;p223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9" name="Google Shape;1459;p223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223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1" name="Google Shape;1461;p223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6" name="Google Shape;1466;p224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7" name="Google Shape;1467;p224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8" name="Google Shape;1468;p224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9" name="Google Shape;1469;p224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0" name="Google Shape;1470;p224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1" name="Google Shape;1471;p224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2" name="Google Shape;1472;p224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224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1474;p224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5" name="Google Shape;1475;p224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6" name="Google Shape;1476;p224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7" name="Google Shape;1477;p224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8" name="Google Shape;1478;p224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9" name="Google Shape;1479;p224"/>
          <p:cNvSpPr/>
          <p:nvPr/>
        </p:nvSpPr>
        <p:spPr>
          <a:xfrm>
            <a:off x="4022200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80" name="Google Shape;1480;p224"/>
          <p:cNvSpPr/>
          <p:nvPr/>
        </p:nvSpPr>
        <p:spPr>
          <a:xfrm>
            <a:off x="4584175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5" name="Google Shape;1485;p225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6" name="Google Shape;1486;p225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7" name="Google Shape;1487;p225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8" name="Google Shape;1488;p225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9" name="Google Shape;1489;p225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0" name="Google Shape;1490;p225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1" name="Google Shape;1491;p225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225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225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4" name="Google Shape;1494;p225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5" name="Google Shape;1495;p225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6" name="Google Shape;1496;p225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7" name="Google Shape;1497;p225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8" name="Google Shape;1498;p225"/>
          <p:cNvSpPr/>
          <p:nvPr/>
        </p:nvSpPr>
        <p:spPr>
          <a:xfrm>
            <a:off x="4022200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99" name="Google Shape;1499;p225"/>
          <p:cNvSpPr/>
          <p:nvPr/>
        </p:nvSpPr>
        <p:spPr>
          <a:xfrm>
            <a:off x="4584175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00" name="Google Shape;1500;p225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tmp = *a;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*a = *b;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*b = tmp;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5" name="Google Shape;1505;p226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6" name="Google Shape;1506;p226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7" name="Google Shape;1507;p226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8" name="Google Shape;1508;p226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9" name="Google Shape;1509;p226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0" name="Google Shape;1510;p226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1" name="Google Shape;1511;p226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226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226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4" name="Google Shape;1514;p226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5" name="Google Shape;1515;p226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6" name="Google Shape;1516;p226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7" name="Google Shape;1517;p226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8" name="Google Shape;1518;p226"/>
          <p:cNvSpPr/>
          <p:nvPr/>
        </p:nvSpPr>
        <p:spPr>
          <a:xfrm>
            <a:off x="4022200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19" name="Google Shape;1519;p226"/>
          <p:cNvSpPr/>
          <p:nvPr/>
        </p:nvSpPr>
        <p:spPr>
          <a:xfrm>
            <a:off x="4584175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20" name="Google Shape;1520;p226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int tmp = *a;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*a = *b;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*b = tmp;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5" name="Google Shape;1525;p227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6" name="Google Shape;1526;p227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7" name="Google Shape;1527;p227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8" name="Google Shape;1528;p227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9" name="Google Shape;1529;p227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0" name="Google Shape;1530;p227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1" name="Google Shape;1531;p227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227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3" name="Google Shape;1533;p227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4" name="Google Shape;1534;p227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5" name="Google Shape;1535;p227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6" name="Google Shape;1536;p227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7" name="Google Shape;1537;p227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8" name="Google Shape;1538;p227"/>
          <p:cNvSpPr/>
          <p:nvPr/>
        </p:nvSpPr>
        <p:spPr>
          <a:xfrm>
            <a:off x="4022200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39" name="Google Shape;1539;p227"/>
          <p:cNvSpPr/>
          <p:nvPr/>
        </p:nvSpPr>
        <p:spPr>
          <a:xfrm>
            <a:off x="4584175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40" name="Google Shape;1540;p227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tmp = *a;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*a = *b;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*b = tmp;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45" name="Google Shape;1545;p228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6" name="Google Shape;1546;p228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7" name="Google Shape;1547;p228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8" name="Google Shape;1548;p228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9" name="Google Shape;1549;p228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0" name="Google Shape;1550;p228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1" name="Google Shape;1551;p228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228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228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4" name="Google Shape;1554;p228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5" name="Google Shape;1555;p228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6" name="Google Shape;1556;p228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7" name="Google Shape;1557;p228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8" name="Google Shape;1558;p228"/>
          <p:cNvSpPr/>
          <p:nvPr/>
        </p:nvSpPr>
        <p:spPr>
          <a:xfrm>
            <a:off x="4022200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59" name="Google Shape;1559;p228"/>
          <p:cNvSpPr/>
          <p:nvPr/>
        </p:nvSpPr>
        <p:spPr>
          <a:xfrm>
            <a:off x="4584175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60" name="Google Shape;1560;p228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tmp = *a;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*a = *b;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*b = tmp;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5" name="Google Shape;1565;p229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6" name="Google Shape;1566;p229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7" name="Google Shape;1567;p229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8" name="Google Shape;1568;p229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9" name="Google Shape;1569;p229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0" name="Google Shape;1570;p229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1" name="Google Shape;1571;p229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229"/>
          <p:cNvSpPr/>
          <p:nvPr/>
        </p:nvSpPr>
        <p:spPr>
          <a:xfrm>
            <a:off x="3666964" y="338155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229"/>
          <p:cNvSpPr txBox="1"/>
          <p:nvPr/>
        </p:nvSpPr>
        <p:spPr>
          <a:xfrm>
            <a:off x="3876275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4" name="Google Shape;1574;p229"/>
          <p:cNvSpPr txBox="1"/>
          <p:nvPr/>
        </p:nvSpPr>
        <p:spPr>
          <a:xfrm>
            <a:off x="4419200" y="32802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5" name="Google Shape;1575;p229"/>
          <p:cNvSpPr txBox="1"/>
          <p:nvPr/>
        </p:nvSpPr>
        <p:spPr>
          <a:xfrm>
            <a:off x="4981175" y="3280275"/>
            <a:ext cx="4278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tmp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6" name="Google Shape;1576;p229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7" name="Google Shape;1577;p229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8" name="Google Shape;1578;p229"/>
          <p:cNvSpPr/>
          <p:nvPr/>
        </p:nvSpPr>
        <p:spPr>
          <a:xfrm>
            <a:off x="4022200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579" name="Google Shape;1579;p229"/>
          <p:cNvSpPr/>
          <p:nvPr/>
        </p:nvSpPr>
        <p:spPr>
          <a:xfrm>
            <a:off x="4584175" y="3508755"/>
            <a:ext cx="195275" cy="457850"/>
          </a:xfrm>
          <a:custGeom>
            <a:avLst/>
            <a:gdLst/>
            <a:ahLst/>
            <a:cxnLst/>
            <a:rect l="l" t="t" r="r" b="b"/>
            <a:pathLst>
              <a:path w="7811" h="18314" extrusionOk="0">
                <a:moveTo>
                  <a:pt x="0" y="3074"/>
                </a:moveTo>
                <a:cubicBezTo>
                  <a:pt x="318" y="2566"/>
                  <a:pt x="984" y="90"/>
                  <a:pt x="1905" y="26"/>
                </a:cubicBezTo>
                <a:cubicBezTo>
                  <a:pt x="2826" y="-37"/>
                  <a:pt x="5430" y="-6"/>
                  <a:pt x="5525" y="2693"/>
                </a:cubicBezTo>
                <a:cubicBezTo>
                  <a:pt x="5620" y="5392"/>
                  <a:pt x="2096" y="13615"/>
                  <a:pt x="2477" y="16218"/>
                </a:cubicBezTo>
                <a:cubicBezTo>
                  <a:pt x="2858" y="18822"/>
                  <a:pt x="6922" y="17965"/>
                  <a:pt x="7811" y="18314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4" name="Google Shape;1584;p230"/>
          <p:cNvCxnSpPr/>
          <p:nvPr/>
        </p:nvCxnSpPr>
        <p:spPr>
          <a:xfrm>
            <a:off x="3638550" y="33957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5" name="Google Shape;1585;p230"/>
          <p:cNvCxnSpPr/>
          <p:nvPr/>
        </p:nvCxnSpPr>
        <p:spPr>
          <a:xfrm>
            <a:off x="3638550" y="379581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6" name="Google Shape;1586;p230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7" name="Google Shape;1587;p230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8" name="Google Shape;1588;p230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9" name="Google Shape;1589;p230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0" name="Google Shape;1590;p230"/>
          <p:cNvSpPr/>
          <p:nvPr/>
        </p:nvSpPr>
        <p:spPr>
          <a:xfrm>
            <a:off x="3657600" y="3815900"/>
            <a:ext cx="1905000" cy="394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1" name="Google Shape;1591;p230"/>
          <p:cNvSpPr txBox="1"/>
          <p:nvPr/>
        </p:nvSpPr>
        <p:spPr>
          <a:xfrm>
            <a:off x="41810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2" name="Google Shape;1592;p230"/>
          <p:cNvSpPr txBox="1"/>
          <p:nvPr/>
        </p:nvSpPr>
        <p:spPr>
          <a:xfrm>
            <a:off x="4714475" y="3737463"/>
            <a:ext cx="2943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2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void swap(int a, int b)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int tmp = a;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a = b;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b = tmp;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00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2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void swap(int *a, int *b)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int tmp = *a;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*a = *b;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*b = tmp;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00"/>
              </a:solidFill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7" name="Google Shape;1607;p233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8" name="Google Shape;1608;p233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9" name="Google Shape;1609;p233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0" name="Google Shape;1610;p233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1" name="Google Shape;1611;p233"/>
          <p:cNvCxnSpPr/>
          <p:nvPr/>
        </p:nvCxnSpPr>
        <p:spPr>
          <a:xfrm>
            <a:off x="3638550" y="1762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2" name="Google Shape;1612;p233"/>
          <p:cNvCxnSpPr/>
          <p:nvPr/>
        </p:nvCxnSpPr>
        <p:spPr>
          <a:xfrm>
            <a:off x="3638550" y="13430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3" name="Google Shape;1613;p233"/>
          <p:cNvSpPr txBox="1"/>
          <p:nvPr/>
        </p:nvSpPr>
        <p:spPr>
          <a:xfrm>
            <a:off x="3619500" y="934050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machine code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14" name="Google Shape;1614;p233"/>
          <p:cNvSpPr txBox="1"/>
          <p:nvPr/>
        </p:nvSpPr>
        <p:spPr>
          <a:xfrm>
            <a:off x="3619500" y="1344109"/>
            <a:ext cx="1943100" cy="3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globals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15" name="Google Shape;1615;p233"/>
          <p:cNvSpPr txBox="1"/>
          <p:nvPr/>
        </p:nvSpPr>
        <p:spPr>
          <a:xfrm>
            <a:off x="3619500" y="1762577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heap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↓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16" name="Google Shape;1616;p233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↑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234"/>
          <p:cNvSpPr txBox="1"/>
          <p:nvPr/>
        </p:nvSpPr>
        <p:spPr>
          <a:xfrm>
            <a:off x="3619500" y="1762577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heap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↓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622" name="Google Shape;1622;p234"/>
          <p:cNvCxnSpPr/>
          <p:nvPr/>
        </p:nvCxnSpPr>
        <p:spPr>
          <a:xfrm>
            <a:off x="5562600" y="91440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3" name="Google Shape;1623;p234"/>
          <p:cNvCxnSpPr/>
          <p:nvPr/>
        </p:nvCxnSpPr>
        <p:spPr>
          <a:xfrm>
            <a:off x="3657600" y="923850"/>
            <a:ext cx="0" cy="3295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4" name="Google Shape;1624;p234"/>
          <p:cNvCxnSpPr/>
          <p:nvPr/>
        </p:nvCxnSpPr>
        <p:spPr>
          <a:xfrm>
            <a:off x="3638550" y="931863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5" name="Google Shape;1625;p234"/>
          <p:cNvCxnSpPr/>
          <p:nvPr/>
        </p:nvCxnSpPr>
        <p:spPr>
          <a:xfrm>
            <a:off x="3638550" y="4210188"/>
            <a:ext cx="19431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6" name="Google Shape;1626;p234"/>
          <p:cNvSpPr txBox="1"/>
          <p:nvPr/>
        </p:nvSpPr>
        <p:spPr>
          <a:xfrm>
            <a:off x="3619500" y="3610750"/>
            <a:ext cx="19431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↑</a:t>
            </a:r>
            <a:endParaRPr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2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heap overflow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stack overflow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2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buffer overflow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1" name="Google Shape;1641;p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75" y="1947863"/>
            <a:ext cx="5353050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2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"Sensors that received the new version of Channel File 291 carrying the problematic content were exposed to a latent out-of-bounds read issue in the Content Interpreter. At the next IPC notification from the operating system, the new IPC Template Instances were evaluated, specifying a comparison against the 21st input value. The Content Interpreter expected only 20 values. Therefore, the attempt to access the 21st value produced an out-of-bounds memory read beyond the end of the input data array and resulted in a system crash."</a:t>
            </a:r>
            <a:endParaRPr sz="25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2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"Sensors that received the new version of Channel File 291 carrying the problematic content were exposed to a latent out-of-bounds read issue in the Content Interpreter. At the next IPC notification from the operating system, the new IPC Template Instances were evaluated, specifying a comparison against the 21st input value. </a:t>
            </a:r>
            <a:r>
              <a:rPr lang="en" sz="2500">
                <a:solidFill>
                  <a:srgbClr val="000000"/>
                </a:solidFill>
                <a:highlight>
                  <a:schemeClr val="dk1"/>
                </a:highlight>
              </a:rPr>
              <a:t>The Content Interpreter expected only 20 values. Therefore, the attempt to access the 21st value produced an out-of-bounds memory read beyond the end of the input data array and resulted in a system crash.</a:t>
            </a:r>
            <a:r>
              <a:rPr lang="en" sz="2500"/>
              <a:t>"</a:t>
            </a:r>
            <a:endParaRPr sz="25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get_char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get_double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get_float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get_long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get_string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2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get_int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2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scanf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1" name="Google Shape;1671;p24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6" name="Google Shape;1676;p244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677" name="Google Shape;1677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1" name="Google Shape;1681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" name="Google Shape;1682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8" name="Google Shape;1688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9" name="Google Shape;1689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0" name="Google Shape;1690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1" name="Google Shape;1691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5" name="Google Shape;1695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6" name="Google Shape;1696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7" name="Google Shape;1697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8" name="Google Shape;1698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5" name="Google Shape;1705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" name="Google Shape;1706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9" name="Google Shape;1709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0" name="Google Shape;1710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3" name="Google Shape;1713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4" name="Google Shape;1714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5" name="Google Shape;1715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6" name="Google Shape;1716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3555790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1" name="Google Shape;1721;p245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22" name="Google Shape;1722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3" name="Google Shape;1723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6" name="Google Shape;1726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" name="Google Shape;1731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2" name="Google Shape;1732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5" name="Google Shape;1735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7" name="Google Shape;1737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8" name="Google Shape;1738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9" name="Google Shape;1739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1" name="Google Shape;1741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2" name="Google Shape;1742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3" name="Google Shape;1743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4" name="Google Shape;1744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" name="Google Shape;1746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8" name="Google Shape;1748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9" name="Google Shape;1749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0" name="Google Shape;1750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1" name="Google Shape;1751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2" name="Google Shape;1752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3" name="Google Shape;1753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5" name="Google Shape;1755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6" name="Google Shape;1756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3555790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2" name="Google Shape;1762;p246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7" name="Google Shape;1767;p247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68" name="Google Shape;1768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9" name="Google Shape;1769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0" name="Google Shape;1770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1" name="Google Shape;1771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2" name="Google Shape;1772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4" name="Google Shape;1774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5" name="Google Shape;1775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6" name="Google Shape;1776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1" name="Google Shape;1781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6" name="Google Shape;1786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" name="Google Shape;1789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1" name="Google Shape;1791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2" name="Google Shape;1792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5" name="Google Shape;1795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6" name="Google Shape;1796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" name="Google Shape;1797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8" name="Google Shape;1798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3" name="Google Shape;1803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4" name="Google Shape;1804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7" name="Google Shape;1807;p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3555790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" name="Google Shape;1812;p248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13" name="Google Shape;1813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6" name="Google Shape;1816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7" name="Google Shape;1817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8" name="Google Shape;1818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9" name="Google Shape;1819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0" name="Google Shape;1820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4" name="Google Shape;1824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" name="Google Shape;1825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6" name="Google Shape;1826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7" name="Google Shape;1827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8" name="Google Shape;1828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0" name="Google Shape;1830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1" name="Google Shape;1831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3" name="Google Shape;1833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6" name="Google Shape;1836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8" name="Google Shape;1838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3555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5" name="Google Shape;1845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6" name="Google Shape;1846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9" name="Google Shape;1849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7" name="Google Shape;1857;p249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58" name="Google Shape;1858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9" name="Google Shape;1859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0" name="Google Shape;1860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1" name="Google Shape;1861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2" name="Google Shape;1862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3" name="Google Shape;1863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4" name="Google Shape;1864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5" name="Google Shape;1865;p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0" name="Google Shape;1870;p25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1" name="Google Shape;1871;p250"/>
          <p:cNvSpPr/>
          <p:nvPr/>
        </p:nvSpPr>
        <p:spPr>
          <a:xfrm>
            <a:off x="3758903" y="2309257"/>
            <a:ext cx="5211100" cy="1716225"/>
          </a:xfrm>
          <a:custGeom>
            <a:avLst/>
            <a:gdLst/>
            <a:ahLst/>
            <a:cxnLst/>
            <a:rect l="l" t="t" r="r" b="b"/>
            <a:pathLst>
              <a:path w="208444" h="68649" extrusionOk="0">
                <a:moveTo>
                  <a:pt x="33657" y="0"/>
                </a:moveTo>
                <a:cubicBezTo>
                  <a:pt x="33657" y="12583"/>
                  <a:pt x="37602" y="27158"/>
                  <a:pt x="30622" y="37628"/>
                </a:cubicBezTo>
                <a:cubicBezTo>
                  <a:pt x="24961" y="46120"/>
                  <a:pt x="7007" y="53075"/>
                  <a:pt x="884" y="44911"/>
                </a:cubicBezTo>
                <a:cubicBezTo>
                  <a:pt x="-2079" y="40960"/>
                  <a:pt x="4522" y="33657"/>
                  <a:pt x="9381" y="32773"/>
                </a:cubicBezTo>
                <a:cubicBezTo>
                  <a:pt x="16769" y="31429"/>
                  <a:pt x="24764" y="32069"/>
                  <a:pt x="31836" y="34594"/>
                </a:cubicBezTo>
                <a:cubicBezTo>
                  <a:pt x="42520" y="38409"/>
                  <a:pt x="55727" y="54284"/>
                  <a:pt x="49436" y="63725"/>
                </a:cubicBezTo>
                <a:cubicBezTo>
                  <a:pt x="47059" y="67292"/>
                  <a:pt x="41132" y="69890"/>
                  <a:pt x="37298" y="67973"/>
                </a:cubicBezTo>
                <a:cubicBezTo>
                  <a:pt x="33172" y="65910"/>
                  <a:pt x="31883" y="58880"/>
                  <a:pt x="33657" y="54622"/>
                </a:cubicBezTo>
                <a:cubicBezTo>
                  <a:pt x="35307" y="50661"/>
                  <a:pt x="39327" y="48093"/>
                  <a:pt x="42760" y="45518"/>
                </a:cubicBezTo>
                <a:cubicBezTo>
                  <a:pt x="54742" y="36530"/>
                  <a:pt x="71400" y="28831"/>
                  <a:pt x="85851" y="32773"/>
                </a:cubicBezTo>
                <a:cubicBezTo>
                  <a:pt x="95856" y="35502"/>
                  <a:pt x="107041" y="60437"/>
                  <a:pt x="96775" y="61904"/>
                </a:cubicBezTo>
                <a:cubicBezTo>
                  <a:pt x="90363" y="62820"/>
                  <a:pt x="82667" y="56155"/>
                  <a:pt x="81602" y="49766"/>
                </a:cubicBezTo>
                <a:cubicBezTo>
                  <a:pt x="80440" y="42796"/>
                  <a:pt x="85102" y="35342"/>
                  <a:pt x="90099" y="30345"/>
                </a:cubicBezTo>
                <a:cubicBezTo>
                  <a:pt x="104844" y="15600"/>
                  <a:pt x="158533" y="26157"/>
                  <a:pt x="150789" y="45518"/>
                </a:cubicBezTo>
                <a:cubicBezTo>
                  <a:pt x="149176" y="49551"/>
                  <a:pt x="143055" y="53697"/>
                  <a:pt x="139258" y="51587"/>
                </a:cubicBezTo>
                <a:cubicBezTo>
                  <a:pt x="130796" y="46885"/>
                  <a:pt x="126446" y="29363"/>
                  <a:pt x="133796" y="23063"/>
                </a:cubicBezTo>
                <a:cubicBezTo>
                  <a:pt x="140911" y="16964"/>
                  <a:pt x="152492" y="12696"/>
                  <a:pt x="161106" y="16387"/>
                </a:cubicBezTo>
                <a:cubicBezTo>
                  <a:pt x="169399" y="19940"/>
                  <a:pt x="172934" y="30034"/>
                  <a:pt x="179314" y="36414"/>
                </a:cubicBezTo>
                <a:cubicBezTo>
                  <a:pt x="186552" y="43652"/>
                  <a:pt x="198209" y="46125"/>
                  <a:pt x="208445" y="46125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6" name="Google Shape;1876;p25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1" name="Google Shape;1881;p252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82" name="Google Shape;1882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8" name="Google Shape;1888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9" name="Google Shape;1889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1" name="Google Shape;1891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5" name="Google Shape;1895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6" name="Google Shape;1896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7" name="Google Shape;1897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8" name="Google Shape;1898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9" name="Google Shape;1899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0" name="Google Shape;1900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1" name="Google Shape;1901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4" name="Google Shape;1904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5" name="Google Shape;1905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6" name="Google Shape;1906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7" name="Google Shape;1907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8" name="Google Shape;1908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9" name="Google Shape;1909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0" name="Google Shape;1910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1" name="Google Shape;1911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2" name="Google Shape;1912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5" name="Google Shape;1915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6" name="Google Shape;1916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7" name="Google Shape;1917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8" name="Google Shape;1918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9" name="Google Shape;1919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0" name="Google Shape;1920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3555790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6" name="Google Shape;1926;p25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{1A2934B3-5C87-47CA-AAD3-98C2D5D15C8C}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</a:t>
                      </a: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27" name="Google Shape;1927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8" name="Google Shape;1928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9" name="Google Shape;1929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3" name="Google Shape;1933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4" name="Google Shape;1934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6" name="Google Shape;1936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7" name="Google Shape;1937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8" name="Google Shape;1938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0" name="Google Shape;1940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1" name="Google Shape;1941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2" name="Google Shape;1942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3" name="Google Shape;1943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4" name="Google Shape;1944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6" name="Google Shape;1946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7" name="Google Shape;1947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8" name="Google Shape;1948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9" name="Google Shape;1949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0" name="Google Shape;1950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1" name="Google Shape;1951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2" name="Google Shape;1952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3" name="Google Shape;1953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1269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4" name="Google Shape;1954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5" name="Google Shape;1955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2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1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7" name="Google Shape;1957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60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8" name="Google Shape;1958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9" name="Google Shape;1959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98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0" name="Google Shape;1960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17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1" name="Google Shape;1961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3624" y="2412790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2" name="Google Shape;1962;p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324" y="3555790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2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I/O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fopen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fclose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fprintf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fscanf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fread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fwrite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fseek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7" name="Google Shape;1977;p2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2971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25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BMP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7" name="Google Shape;1987;p2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625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2" name="Google Shape;1992;p2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625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7" name="Google Shape;1997;p2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625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2" name="Google Shape;2002;p2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625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5000"/>
            <a:ext cx="9144001" cy="609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2" name="Google Shape;2012;p2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625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7" name="Google Shape;2017;p2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825" y="152400"/>
            <a:ext cx="583236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2" name="Google Shape;2022;p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1995</Words>
  <Application>Microsoft Office PowerPoint</Application>
  <PresentationFormat>On-screen Show (16:9)</PresentationFormat>
  <Paragraphs>911</Paragraphs>
  <Slides>146</Slides>
  <Notes>146</Notes>
  <HiddenSlides>9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146</vt:i4>
      </vt:variant>
    </vt:vector>
  </HeadingPairs>
  <TitlesOfParts>
    <vt:vector size="150" baseType="lpstr">
      <vt:lpstr>Arial</vt:lpstr>
      <vt:lpstr>Consolas</vt:lpstr>
      <vt:lpstr>Simple Dark</vt:lpstr>
      <vt:lpstr>Simple Dark</vt:lpstr>
      <vt:lpstr>بسم الله الرحمن الرحیم</vt:lpstr>
      <vt:lpstr>CS101 Introduction to  Computer Science</vt:lpstr>
      <vt:lpstr>Lecture 13</vt:lpstr>
      <vt:lpstr>hexadecimal</vt:lpstr>
      <vt:lpstr>PowerPoint Presentation</vt:lpstr>
      <vt:lpstr>base-16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pointers</vt:lpstr>
      <vt:lpstr>PowerPoint Presentation</vt:lpstr>
      <vt:lpstr>string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pointer arithmetic</vt:lpstr>
      <vt:lpstr>strcmp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NULL</vt:lpstr>
      <vt:lpstr>valgrind</vt:lpstr>
      <vt:lpstr>garbage 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scope</vt:lpstr>
      <vt:lpstr>passing by 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passing by 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"Sensors that received the new version of Channel File 291 carrying the problematic content were exposed to a latent out-of-bounds read issue in the Content Interpreter. At the next IPC notification from the operating system, the new IPC Template Instances were evaluated, specifying a comparison against the 21st input value. The Content Interpreter expected only 20 values. Therefore, the attempt to access the 21st value produced an out-of-bounds memory read beyond the end of the input data array and resulted in a system crash."</vt:lpstr>
      <vt:lpstr>"Sensors that received the new version of Channel File 291 carrying the problematic content were exposed to a latent out-of-bounds read issue in the Content Interpreter. At the next IPC notification from the operating system, the new IPC Template Instances were evaluated, specifying a comparison against the 21st input value. The Content Interpreter expected only 20 values. Therefore, the attempt to access the 21st value produced an out-of-bounds memory read beyond the end of the input data array and resulted in a system crash."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file I/O</vt:lpstr>
      <vt:lpstr>PowerPoint Presentation</vt:lpstr>
      <vt:lpstr>PowerPoint Presentation</vt:lpstr>
      <vt:lpstr>BMP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milestone</dc:creator>
  <cp:lastModifiedBy>milestone</cp:lastModifiedBy>
  <cp:revision>4</cp:revision>
  <dcterms:modified xsi:type="dcterms:W3CDTF">2025-05-26T05:40:42Z</dcterms:modified>
</cp:coreProperties>
</file>