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7"/>
  </p:notesMasterIdLst>
  <p:sldIdLst>
    <p:sldId id="432" r:id="rId2"/>
    <p:sldId id="256" r:id="rId3"/>
    <p:sldId id="433" r:id="rId4"/>
    <p:sldId id="259" r:id="rId5"/>
    <p:sldId id="270" r:id="rId6"/>
    <p:sldId id="283" r:id="rId7"/>
    <p:sldId id="284" r:id="rId8"/>
    <p:sldId id="285" r:id="rId9"/>
    <p:sldId id="295" r:id="rId10"/>
    <p:sldId id="313" r:id="rId11"/>
    <p:sldId id="319" r:id="rId12"/>
    <p:sldId id="347" r:id="rId13"/>
    <p:sldId id="349" r:id="rId14"/>
    <p:sldId id="350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386" r:id="rId50"/>
    <p:sldId id="387" r:id="rId51"/>
    <p:sldId id="388" r:id="rId52"/>
    <p:sldId id="389" r:id="rId53"/>
    <p:sldId id="390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398" r:id="rId62"/>
    <p:sldId id="399" r:id="rId63"/>
    <p:sldId id="400" r:id="rId64"/>
    <p:sldId id="401" r:id="rId65"/>
    <p:sldId id="402" r:id="rId66"/>
    <p:sldId id="403" r:id="rId67"/>
    <p:sldId id="404" r:id="rId68"/>
    <p:sldId id="405" r:id="rId69"/>
    <p:sldId id="406" r:id="rId70"/>
    <p:sldId id="407" r:id="rId71"/>
    <p:sldId id="408" r:id="rId72"/>
    <p:sldId id="409" r:id="rId73"/>
    <p:sldId id="410" r:id="rId74"/>
    <p:sldId id="411" r:id="rId75"/>
    <p:sldId id="412" r:id="rId7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A9F0AC-F412-4D6B-AC85-1109B527EBC9}">
  <a:tblStyle styleId="{B7A9F0AC-F412-4D6B-AC85-1109B527EB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83" autoAdjust="0"/>
  </p:normalViewPr>
  <p:slideViewPr>
    <p:cSldViewPr snapToGrid="0">
      <p:cViewPr varScale="1">
        <p:scale>
          <a:sx n="79" d="100"/>
          <a:sy n="79" d="100"/>
        </p:scale>
        <p:origin x="92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sciichart.com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sciichart.com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sciichart.com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sciichart.com/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zoom.com/t5/Meetings/ERROR-1132/td-p/40521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yourself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a-IR" dirty="0"/>
              <a:t>ان شاء الله که وخت خوب و پربرکت خواهیم داشت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149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50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02853f3a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802853f3a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02853f3a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02853f3a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21cb10800_1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21cb10800_1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21cb10800_1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21cb10800_1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21cb10800_1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21cb10800_1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21cb10800_1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21cb10800_1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52d030a94b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52d030a94b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intellectual property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600334256b_59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600334256b_59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"First actual case of bug being found", now in Smithsonian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988286dadd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988286dadd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988286dadd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988286dadd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scores1.c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988286dadd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988286dadd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scores{2,3,4,5}.c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988286dadd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988286dadd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hi{0,1}.c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chars?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988286dadd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988286dadd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600334256b_1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600334256b_1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600334256b_1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600334256b_1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600334256b_1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600334256b_1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80537beb9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80537beb9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types have fixed length, so how implement strings?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286dadd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286dadd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hi2.c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988286dadd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988286dadd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600334256b_1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600334256b_1_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hi3.c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988286dad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988286dad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know where end is?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80537beb98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80537beb98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988286dadd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988286dadd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80537beb98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80537beb98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988286dadd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988286dadd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hi4.c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988286dadd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988286dadd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80537beb98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80537beb98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fead10c7ec_6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fead10c7ec_6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fead10c7ec_6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fead10c7ec_6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988286dadd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988286dadd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hi5.c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600334256b_1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600334256b_1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988286dadd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988286dadd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988286dadd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988286dadd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988286dadd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988286dadd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600334256b_1_8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600334256b_1_8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hi6.c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988286dadd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988286dadd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988286dadd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988286dadd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hi7.c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600334256b_59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600334256b_59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length{0,1}.c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fead10c7ec_6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fead10c7ec_6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52d030a94b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52d030a94b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fead10c7ec_6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fead10c7ec_6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length2.c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string{0,1}.c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601de35e0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601de35e0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52d030a94b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52d030a94b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80537beb98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80537beb98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80537beb98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80537beb98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uppercase{0,1,2}.c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600334256b_1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600334256b_1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make, cd, etc.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421cb10800_1_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421cb10800_1_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421cb10800_1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421cb10800_1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421cb10800_1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421cb10800_1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greet{0,1,2,3,4}.c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80537beb98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80537beb98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52d030a94b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152d030a94b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cowsay moo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cowsay -f duck quack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cowsay -f dragon RAWR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600334256b_59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600334256b_59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152d030a94b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152d030a94b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https://community.zoom.com/t5/Meetings/ERROR-1132/td-p/40521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52d030a94b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52d030a94b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21cb10800_1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21cb10800_1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421cb10800_1_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421cb10800_1_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421cb10800_1_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421cb10800_1_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status.c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00334256b_1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00334256b_1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for TFs' testing students code (or testing code in industry in automated processes)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152d030a94b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152d030a94b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fead10c7ec_6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fead10c7ec_6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600334256b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600334256b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600334256b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600334256b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988286dadd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988286dadd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600334256b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600334256b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600334256b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600334256b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ef74848014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ef74848014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80537beb9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80537beb9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80537beb9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80537beb9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80537beb98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80537beb98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80537beb98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80537beb98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fead10c7ec_6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fead10c7ec_6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ef74848014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ef74848014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al.cs50.io/#string.h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al.cs50.io/#ctype.h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s-AF" sz="3200" dirty="0"/>
              <a:t>بسم الله الرحمن الرحیم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6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CS101</a:t>
            </a:r>
            <a:br>
              <a:rPr lang="en" sz="4800" dirty="0"/>
            </a:br>
            <a:r>
              <a:rPr lang="en" sz="4800" dirty="0"/>
              <a:t>Introduction to </a:t>
            </a:r>
            <a:br>
              <a:rPr lang="en" sz="4800" dirty="0"/>
            </a:br>
            <a:r>
              <a:rPr lang="en" sz="4800" dirty="0"/>
              <a:t>Computer Science</a:t>
            </a:r>
            <a:endParaRPr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Lecture 8</a:t>
            </a:r>
            <a:endParaRPr sz="4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80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levels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compiling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preprocessing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compiling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assembling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linking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preprocessing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compiling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assembling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linking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>
            <a:spLocks noGrp="1"/>
          </p:cNvSpPr>
          <p:nvPr>
            <p:ph type="body" idx="1"/>
          </p:nvPr>
        </p:nvSpPr>
        <p:spPr>
          <a:xfrm>
            <a:off x="199000" y="56150"/>
            <a:ext cx="8520600" cy="46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main:                                   # @main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.cfi_startproc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BB#0: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pushq    %rbp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.Ltmp0: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.cfi_def_cfa_offset 16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.Ltmp1: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.cfi_offset %rbp, -16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movq    %rsp, %rbp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.Ltmp2: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.cfi_def_cfa_register %rbp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subq    $16, %rsp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xorl    %eax, %eax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movl    %eax, %edi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movabsq    $.L.str, %rsi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movb    $0, %al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callq    get_string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movabsq    $.L.str.1, %rdi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movq    %rax, -8(%rbp)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movq    -8(%rbp), %rsi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movb    $0, %al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callq    printf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4803" y="-3907375"/>
            <a:ext cx="11736975" cy="97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scores[3];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scores[0] = 72;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scores[1] = 73;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scores[2] = 33;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5" name="Google Shape;695;p107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scores[0]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scores[1]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scores[2]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 c1 = 'H';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 c2 = 'I';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 c3 = '!';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2" name="Google Shape;712;p11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" name="Google Shape;717;p11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c3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2" name="Google Shape;722;p11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c3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" name="Google Shape;727;p11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01001000</a:t>
                      </a:r>
                      <a:endParaRPr sz="1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01001001</a:t>
                      </a:r>
                      <a:endParaRPr sz="1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00100001</a:t>
                      </a:r>
                      <a:endParaRPr sz="1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s = "HI!";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2" name="Google Shape;742;p116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" name="Google Shape;747;p117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2" name="Google Shape;752;p118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s[0]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s[1]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" name="Google Shape;757;p11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s[0]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s[1]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00000000</a:t>
                      </a:r>
                      <a:endParaRPr sz="1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s[3]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2" name="Google Shape;762;p12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s[0]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s[1]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s[3]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7" name="Google Shape;767;p12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s[0]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s[1]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s[3]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2" name="Google Shape;772;p12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s[0]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s[1]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s[3]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7" name="Google Shape;777;p12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NUL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26"/>
          <p:cNvSpPr/>
          <p:nvPr/>
        </p:nvSpPr>
        <p:spPr>
          <a:xfrm>
            <a:off x="1333500" y="0"/>
            <a:ext cx="78108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s = "HI!";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t = "BYE!";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3" name="Google Shape;803;p128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" name="Google Shape;808;p12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3" name="Google Shape;813;p13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8" name="Google Shape;818;p13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s[0]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s[1]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s[3]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t[0]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t[1]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t[2]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t[3]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t[4]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words[2];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words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[0] = "HI!";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words[1] = "BYE!";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8" name="Google Shape;828;p13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words[0]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words[1]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3" name="Google Shape;833;p134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{B7A9F0AC-F412-4D6B-AC85-1109B527EBC9}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words[0][0]</a:t>
                      </a:r>
                      <a:endParaRPr sz="1200"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words[0][1]</a:t>
                      </a:r>
                      <a:endParaRPr sz="1200"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words[0][2]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words[0][3]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words[1][0]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words[1][1]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words[1][2]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words[1][3]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words[1][4]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string.h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manual.cs50.io/#string.h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strlen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ctype.h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manual.cs50.io/#ctype.h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42"/>
          <p:cNvSpPr/>
          <p:nvPr/>
        </p:nvSpPr>
        <p:spPr>
          <a:xfrm>
            <a:off x="300" y="0"/>
            <a:ext cx="42360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42"/>
          <p:cNvSpPr/>
          <p:nvPr/>
        </p:nvSpPr>
        <p:spPr>
          <a:xfrm>
            <a:off x="7450275" y="0"/>
            <a:ext cx="16938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42"/>
          <p:cNvSpPr/>
          <p:nvPr/>
        </p:nvSpPr>
        <p:spPr>
          <a:xfrm>
            <a:off x="5333975" y="0"/>
            <a:ext cx="10185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44"/>
          <p:cNvSpPr txBox="1">
            <a:spLocks noGrp="1"/>
          </p:cNvSpPr>
          <p:nvPr>
            <p:ph type="body" idx="1"/>
          </p:nvPr>
        </p:nvSpPr>
        <p:spPr>
          <a:xfrm>
            <a:off x="2008650" y="1350150"/>
            <a:ext cx="51267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45"/>
          <p:cNvSpPr txBox="1">
            <a:spLocks noGrp="1"/>
          </p:cNvSpPr>
          <p:nvPr>
            <p:ph type="body" idx="1"/>
          </p:nvPr>
        </p:nvSpPr>
        <p:spPr>
          <a:xfrm>
            <a:off x="2008650" y="1350150"/>
            <a:ext cx="51267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46"/>
          <p:cNvSpPr txBox="1">
            <a:spLocks noGrp="1"/>
          </p:cNvSpPr>
          <p:nvPr>
            <p:ph type="body" idx="1"/>
          </p:nvPr>
        </p:nvSpPr>
        <p:spPr>
          <a:xfrm>
            <a:off x="2008650" y="1350150"/>
            <a:ext cx="51267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argc, string argv[]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 art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cowsay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status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900" y="152400"/>
            <a:ext cx="53562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2425"/>
            <a:ext cx="9143997" cy="359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52"/>
          <p:cNvSpPr txBox="1">
            <a:spLocks noGrp="1"/>
          </p:cNvSpPr>
          <p:nvPr>
            <p:ph type="body" idx="1"/>
          </p:nvPr>
        </p:nvSpPr>
        <p:spPr>
          <a:xfrm>
            <a:off x="2008650" y="1350150"/>
            <a:ext cx="51267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main(int argc, string argv[])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53"/>
          <p:cNvSpPr txBox="1">
            <a:spLocks noGrp="1"/>
          </p:cNvSpPr>
          <p:nvPr>
            <p:ph type="body" idx="1"/>
          </p:nvPr>
        </p:nvSpPr>
        <p:spPr>
          <a:xfrm>
            <a:off x="2008650" y="1350150"/>
            <a:ext cx="51267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main(int argc, string argv[])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54"/>
          <p:cNvSpPr txBox="1">
            <a:spLocks noGrp="1"/>
          </p:cNvSpPr>
          <p:nvPr>
            <p:ph type="body" idx="1"/>
          </p:nvPr>
        </p:nvSpPr>
        <p:spPr>
          <a:xfrm>
            <a:off x="2008650" y="1350150"/>
            <a:ext cx="51267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main(void)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5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echo $?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5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5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5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58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958" name="Google Shape;958;p15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5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159"/>
          <p:cNvSpPr txBox="1"/>
          <p:nvPr/>
        </p:nvSpPr>
        <p:spPr>
          <a:xfrm>
            <a:off x="201896" y="21955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plaintext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965" name="Google Shape;965;p159"/>
          <p:cNvSpPr txBox="1"/>
          <p:nvPr/>
        </p:nvSpPr>
        <p:spPr>
          <a:xfrm>
            <a:off x="5886048" y="2195550"/>
            <a:ext cx="2901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ciphertext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6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60"/>
          <p:cNvSpPr txBox="1"/>
          <p:nvPr/>
        </p:nvSpPr>
        <p:spPr>
          <a:xfrm>
            <a:off x="201896" y="21955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plaintext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972" name="Google Shape;972;p160"/>
          <p:cNvSpPr txBox="1"/>
          <p:nvPr/>
        </p:nvSpPr>
        <p:spPr>
          <a:xfrm>
            <a:off x="5886048" y="2195550"/>
            <a:ext cx="2901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ciphertext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973" name="Google Shape;973;p16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</a:t>
            </a:r>
            <a:endParaRPr/>
          </a:p>
        </p:txBody>
      </p:sp>
      <p:sp>
        <p:nvSpPr>
          <p:cNvPr id="979" name="Google Shape;979;p161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161"/>
          <p:cNvSpPr txBox="1"/>
          <p:nvPr/>
        </p:nvSpPr>
        <p:spPr>
          <a:xfrm>
            <a:off x="201896" y="21955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plaintext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981" name="Google Shape;981;p161"/>
          <p:cNvSpPr txBox="1"/>
          <p:nvPr/>
        </p:nvSpPr>
        <p:spPr>
          <a:xfrm>
            <a:off x="5886048" y="2195550"/>
            <a:ext cx="2901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ciphertext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982" name="Google Shape;982;p161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key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62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162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HI!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989" name="Google Shape;989;p162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63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163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HI!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996" name="Google Shape;996;p163"/>
          <p:cNvSpPr txBox="1"/>
          <p:nvPr/>
        </p:nvSpPr>
        <p:spPr>
          <a:xfrm>
            <a:off x="588605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IJ!</a:t>
            </a:r>
            <a:endParaRPr sz="2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7" name="Google Shape;997;p163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64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164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HI!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1004" name="Google Shape;1004;p164"/>
          <p:cNvSpPr txBox="1"/>
          <p:nvPr/>
        </p:nvSpPr>
        <p:spPr>
          <a:xfrm>
            <a:off x="588605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UV!</a:t>
            </a:r>
            <a:endParaRPr sz="2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164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65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165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LOVE YOU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1012" name="Google Shape;1012;p165"/>
          <p:cNvSpPr txBox="1"/>
          <p:nvPr/>
        </p:nvSpPr>
        <p:spPr>
          <a:xfrm>
            <a:off x="588605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 YBIR LBH</a:t>
            </a:r>
            <a:endParaRPr sz="2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3" name="Google Shape;1013;p165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6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66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LOVE YOU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1020" name="Google Shape;1020;p166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6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67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LOVE YOU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1027" name="Google Shape;1027;p167"/>
          <p:cNvSpPr txBox="1"/>
          <p:nvPr/>
        </p:nvSpPr>
        <p:spPr>
          <a:xfrm>
            <a:off x="588605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LOVE YOU</a:t>
            </a:r>
            <a:endParaRPr sz="2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8" name="Google Shape;1028;p167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6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decryption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6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169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UIJT XBT DT50</a:t>
            </a:r>
            <a:r>
              <a:rPr lang="en" sz="3400">
                <a:solidFill>
                  <a:srgbClr val="FFFFFF"/>
                </a:solidFill>
              </a:rPr>
              <a:t> →  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1040" name="Google Shape;1040;p169"/>
          <p:cNvSpPr txBox="1"/>
          <p:nvPr/>
        </p:nvSpPr>
        <p:spPr>
          <a:xfrm>
            <a:off x="201896" y="1443150"/>
            <a:ext cx="300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en" sz="3600">
                <a:solidFill>
                  <a:srgbClr val="FFFFFF"/>
                </a:solidFill>
              </a:rPr>
              <a:t> 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982</Words>
  <Application>Microsoft Office PowerPoint</Application>
  <PresentationFormat>On-screen Show (16:9)</PresentationFormat>
  <Paragraphs>319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Consolas</vt:lpstr>
      <vt:lpstr>Simple Dark</vt:lpstr>
      <vt:lpstr>بسم الله الرحمن الرحیم</vt:lpstr>
      <vt:lpstr>CS101 Introduction to  Computer Science</vt:lpstr>
      <vt:lpstr>Lecture 8</vt:lpstr>
      <vt:lpstr>reading levels</vt:lpstr>
      <vt:lpstr>cryptography</vt:lpstr>
      <vt:lpstr>PowerPoint Presentation</vt:lpstr>
      <vt:lpstr>PowerPoint Presentation</vt:lpstr>
      <vt:lpstr>PowerPoint Presentation</vt:lpstr>
      <vt:lpstr>PowerPoint Presentation</vt:lpstr>
      <vt:lpstr>reverse engineering</vt:lpstr>
      <vt:lpstr>PowerPoint Presentation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</vt:lpstr>
      <vt:lpstr>string.h</vt:lpstr>
      <vt:lpstr>manual.cs50.io/#string.h</vt:lpstr>
      <vt:lpstr>strlen</vt:lpstr>
      <vt:lpstr>ctype.h</vt:lpstr>
      <vt:lpstr>manual.cs50.io/#ctype.h</vt:lpstr>
      <vt:lpstr>PowerPoint Presentation</vt:lpstr>
      <vt:lpstr>PowerPoint Presentation</vt:lpstr>
      <vt:lpstr>command-line arguments</vt:lpstr>
      <vt:lpstr>PowerPoint Presentation</vt:lpstr>
      <vt:lpstr>PowerPoint Presentation</vt:lpstr>
      <vt:lpstr>PowerPoint Presentation</vt:lpstr>
      <vt:lpstr>ASCII art</vt:lpstr>
      <vt:lpstr>cowsay</vt:lpstr>
      <vt:lpstr>exit status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echo $?</vt:lpstr>
      <vt:lpstr>cryptography</vt:lpstr>
      <vt:lpstr>encryption</vt:lpstr>
      <vt:lpstr>PowerPoint Presentation</vt:lpstr>
      <vt:lpstr>PowerPoint Presentation</vt:lpstr>
      <vt:lpstr>cipher</vt:lpstr>
      <vt:lpstr>cipher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decryption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milestone</dc:creator>
  <cp:lastModifiedBy>milestone</cp:lastModifiedBy>
  <cp:revision>8</cp:revision>
  <dcterms:modified xsi:type="dcterms:W3CDTF">2025-05-14T01:54:10Z</dcterms:modified>
</cp:coreProperties>
</file>